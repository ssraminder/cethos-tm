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bold/italic title and remind the audience of FY27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dashboar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Quarterly Report — </a:t>
            </a:r>
            <a:pPr indent="0" marL="0">
              <a:buNone/>
            </a:pPr>
            <a:r>
              <a:rPr lang="en-US" sz="3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Strong growth across all segments.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Highlights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Closed three enterprise deals worth $480K ACV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Shipped the new analytics dashboard ahead of schedule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Expanded support coverage to 24/5 with the Lisbon team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Action Items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Review the full dashboard at </a:t>
            </a:r>
            <a:pPr indent="0" marL="0">
              <a:buNone/>
            </a:pPr>
            <a:r>
              <a:rPr lang="en-US" sz="1800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example.com/dashboard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1. Finalize FY27 hiring plan by July.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2. Launch the partner referral program.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3. Reduce ticket-resolution time from 14h to under 9h.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Key Metrics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Q1 2026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Q2 2026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Change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$2.10M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$2.45M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+16.7%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Active users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18,420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21,990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+19.4%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Churn rate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4.2%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3.6%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-0.6 pp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2026-04-29T19:21:31Z</dcterms:created>
  <dcterms:modified xsi:type="dcterms:W3CDTF">2026-04-29T19:21:31Z</dcterms:modified>
</cp:coreProperties>
</file>