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[FR] HIGHLIGHT THE BOLD/ITALIC TITLE AND REMIND THE AUDIENCE OF FY27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dashboar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[FR] ACME QUARTERLY REPORT — </a:t>
            </a:r>
            <a:r>
              <a:rPr lang="en-US" sz="3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[FR] Q2 2026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[FR] STRONG GROWTH ACROSS ALL SEGMENTS.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[FR] HIGHLIGHTS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[FR] CLOSED THREE ENTERPRISE DEALS WORTH $480K ACV</a:t>
            </a: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[FR] SHIPPED THE NEW ANALYTICS DASHBOARD AHEAD OF SCHEDULE</a:t>
            </a: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[FR] EXPANDED SUPPORT COVERAGE TO 24/5 WITH THE LISBON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[FR] ACTION ITEMS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[FR] REVIEW THE FULL DASHBOARD AT </a:t>
            </a:r>
            <a:r>
              <a:rPr lang="en-US" sz="1800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[FR] EXAMPLE.COM/DASHBOARD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[FR] 1. FINALIZE FY27 HIRING PLAN BY JULY.</a:t>
            </a:r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[FR] 2. LAUNCH THE PARTNER REFERRAL PROGRAM.</a:t>
            </a:r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[FR] 3. REDUCE TICKET-RESOLUTION TIME FROM 14H TO UNDER 9H.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[FR] KEY METRICS</a:t>
            </a: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[FR] METRIC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[FR] Q1 2026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[FR] Q2 2026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[FR] CHANGE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REVENUE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$2.10M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$2.45M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+16.7%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ACTIVE USERS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18,420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21,990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+19.4%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CHURN RATE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4.2%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3.6%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[FR] -0.6 PP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2026-04-29T19:21:31Z</dcterms:created>
  <dcterms:modified xsi:type="dcterms:W3CDTF">2026-04-29T19:21:31Z</dcterms:modified>
</cp:coreProperties>
</file>